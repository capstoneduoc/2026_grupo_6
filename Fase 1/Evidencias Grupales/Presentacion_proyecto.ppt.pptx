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QMLrPaZLW5ewyA4N1ZmFVeoV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3cea7e6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a3cea7e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a3cea7e6f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a3cea7e6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3cea7e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3cea7e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3cea7e6f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3cea7e6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3cea7e6f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3cea7e6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3cea7e6f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a3cea7e6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3cea7e6f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3cea7e6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3cea7e6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a3cea7e6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a3cea7e6f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a3cea7e6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a3cea7e6f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a3cea7e6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" y="0"/>
            <a:ext cx="16256001" cy="8993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3222875" cy="5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2557175" y="7477625"/>
            <a:ext cx="5450400" cy="127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Integrantes: Sebastian Inostroza, Alexander Osses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Sección: 001D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Profesor/a: Jeanette Herminia Leonelli Riffo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355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30475"/>
            <a:ext cx="16255999" cy="741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98875"/>
            <a:ext cx="16256000" cy="70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fa3cea7e6f_0_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fa3cea7e6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750" y="1871375"/>
            <a:ext cx="15688251" cy="668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fa3cea7e6f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fa3cea7e6f_0_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fa3cea7e6f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50" y="1963275"/>
            <a:ext cx="15598575" cy="6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a3cea7e6f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fa3cea7e6f_0_1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fa3cea7e6f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00" y="1963275"/>
            <a:ext cx="15580650" cy="651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fa3cea7e6f_0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fa3cea7e6f_0_2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fa3cea7e6f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50" y="2095500"/>
            <a:ext cx="15634449" cy="65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fa3cea7e6f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fa3cea7e6f_0_3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fa3cea7e6f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00" y="1819825"/>
            <a:ext cx="15580650" cy="6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fa3cea7e6f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fa3cea7e6f_0_3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a3cea7e6f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00" y="1819825"/>
            <a:ext cx="15580650" cy="6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fa3cea7e6f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fa3cea7e6f_0_9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fa3cea7e6f_0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25" y="1843125"/>
            <a:ext cx="15419300" cy="688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fa3cea7e6f_0_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fa3cea7e6f_0_8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fa3cea7e6f_0_89"/>
          <p:cNvSpPr/>
          <p:nvPr/>
        </p:nvSpPr>
        <p:spPr>
          <a:xfrm>
            <a:off x="712825" y="2300500"/>
            <a:ext cx="14935200" cy="6149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g3fa3cea7e6f_0_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5275" y="1846350"/>
            <a:ext cx="7584149" cy="70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fa3cea7e6f_0_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fa3cea7e6f_0_10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fa3cea7e6f_0_102"/>
          <p:cNvSpPr/>
          <p:nvPr/>
        </p:nvSpPr>
        <p:spPr>
          <a:xfrm>
            <a:off x="712825" y="2300500"/>
            <a:ext cx="14935200" cy="6149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g3fa3cea7e6f_0_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7625" y="1909475"/>
            <a:ext cx="7781375" cy="68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fa3cea7e6f_0_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fa3cea7e6f_0_11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623526" cy="9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fa3cea7e6f_0_116"/>
          <p:cNvSpPr/>
          <p:nvPr/>
        </p:nvSpPr>
        <p:spPr>
          <a:xfrm>
            <a:off x="712825" y="2300500"/>
            <a:ext cx="14935200" cy="6149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g3fa3cea7e6f_0_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450" y="1930288"/>
            <a:ext cx="8068250" cy="689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fa3cea7e6f_0_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3222875" cy="5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